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304" r:id="rId56"/>
    <p:sldId id="305" r:id="rId57"/>
    <p:sldId id="306" r:id="rId58"/>
    <p:sldId id="307" r:id="rId59"/>
    <p:sldId id="308" r:id="rId6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오늘의 큰 그림: Controller가 Pawn을 '조종'하는 구조를 이해하고,</a:t>
            </a:r>
          </a:p>
          <a:p>
            <a:r>
              <a:t>스프린트·HP 바·피해 처리까지 VS-라이크 프로젝트를 함께 만들어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목표를 함께 읽으면서 오늘 무엇을 만들지 그림을 그려줍니다.</a:t>
            </a:r>
          </a:p>
          <a:p>
            <a:r>
              <a:t>VS-라이크 프로젝트 맥락: 매주 한 기능씩 쌓아가는 누적 프로젝트입니다.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전체 로드맵을 한 번 보여주면 학생들이 '왜 이걸 배우나'를 이해합니다.</a:t>
            </a:r>
          </a:p>
          <a:p>
            <a:r>
              <a:t>실제 게임처럼 느껴지도록 이름/아이콘을 붙여주세요.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 배분은 유연하게 운영합니다. 실습이 밀리면 보너스를 생략합니다.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전에 에디터 조작에 익숙해지는 시간입니다. 손이 느리면 실습이 막힙니다.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조작해 보게 하세요. 마우스 감각이 없으면 이후 실습이 불편합니다.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기즈모 색상: 빨강=X, 초록=Y, 파랑=Z — UE5 표준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Eject는 런타임 오브젝트 값을 실시간으로 보기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'Context Sensitive'를 끄면 모든 노드가 보입니다. 막히면 먼저 꺼보세요.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Rename을 Content Browser에서 해야 참조가 깨지지 않습니다. 파일 탐색기로 하면 안 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비유: Controller = 사람의 두뇌, Pawn = 몸. 두뇌는 몸 없이도 존재합니다.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학생들에게 '캐릭터가 죽을 때 어떻게 되나?' 질문으로 문제 인식을 먼저 끌어내세요.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Possess 시 OnPossess / UnPossess 이벤트가 호출됩니다. 이후 실습에서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다이어그램 그리며 설명하면 효과적입니다. 화이트보드 활용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AI와 Player의 Controller 타입이 다르다는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해보게 하세요. 5분 이내 확인 가능한 간단한 확인 실습입니다.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Controller = 의지, Pawn = 몸, PlayerState = 명찰(이름·HP·점수)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멀티플레이 복제 개념은 간단히만 언급, 오늘 핵심은 단일 플레이어 구현입니다.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양쪽 다 WorldSettings에서 클래스 지정합니다.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설계를 미리 보여주면 학생들이 실습 목적을 명확히 이해합니다.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3주차에 기초를 배웠습니다. 오늘은 새 액션 추가 + 런타임 IMC 교체를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레거시를 직접 보여주면서 '이게 왜 불편한지' 느끼게 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IA는 '행위', IMC는 '키 번역표' — 이 비유를 반복해서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개념을 UI 레이어에 비유하면 이해가 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Started/Triggered/Completed 구분을 헷갈리면 스프린트 버그가 납니다.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단순한 실습. Enhanced Input 흐름을 처음 손으로 만들어 보는 경험입니다.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에셋 이름 규칙: IA_ 접두사. Content/Input/ 폴더에 정리하면 깔끔합니다.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IMC에서 키를 바꾸기만 하면 C++ 코드 변경 없이 키 리맵핑이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UPROPERTY로 노출하면 블루프린트에서 기본값을 편집할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컴파일 에러 시: Value Type Digital이면 FInputActionValue를 bool로 캐스팅할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체크포인트에서 손을 들어 확인받게 하세요. 막힌 학생 파악 후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UMG 첫 경험입니다. UI 레이어 개념과 ProgressBar 바인딩을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Widget Blueprint는 UI 패널입니다. 이후 C++ Widget 클래스로 전환할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앵커(Anchor)를 좌하단으로 설정하면 해상도 변경 시 위치가 유지됩니다.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Widget의 Owning Player를 Get Player Controller(0)으로 설정하세요.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바가 안 보이면: Add to Viewport가 호출됐는지, ZOrder가 0인지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실습 중 가장 복잡합니다. PlayerState 연동과 데미지 흐름을 이해하는 게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BeginPlay에서 CurrentHP를 MaxHP로 초기화해야 시작 시 HP 바가 가득 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순수 함수(Pure Function)로 만들면 노드에 실행 핀이 없어 깔끔합니다.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게임에서는 적이 데미지를 주지만, 오늘은 키보드로 테스트합니다.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C++에서 BP 클래스를 캐스팅할 때는 헤더가 없으므로 BP 함수를 직접 호출하려면 BlueprintCallable 함수를 C++ 베이스 클래스에 선언해야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시점에서 전체 실습 흐름 (Controller → Input → PlayerState → UI)이 연결됩니다.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흐름 전체를 칠판에 그리며 정리해 주세요. 학생들이 큰 그림을 보는 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보너스는 선택 사항입니다. 실습이 밀리면 생략합니다.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카메라 각도를 직접 조정해보는 재미있는 보너스입니다.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한 명씩 오늘 배운 것 한 가지를 말하게 하면 복습 효과가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키워드를 판서하면서 마무리하면 기억에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숙제를 내주면 다음 주 시작 전에 학생들이 스스로 UMG를 더 탐구합니다.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0000"/>
                </a:solidFill>
                <a:latin typeface="맑은 고딕"/>
              </a:rPr>
              <a:t>언리얼 엔진 스터디 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55555"/>
                </a:solidFill>
                <a:latin typeface="맑은 고딕"/>
              </a:rPr>
              <a:t>PlayerController · PlayerState · Enhanced Input · UMG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오늘의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실습 0: C++ PlayerController로 원하는 폰에 직접 빙의할 수 있다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PlayerController / PlayerState의 역할과 차이를 설명할 수 있다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Enhanced Input에서 InputMappingContext · InputAction을 연결할 수 있다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스프린트 기능을 C++로 구현하고 블루프린트에서 확인할 수 있다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UMG로 간단한 HP 바 위젯을 만들고 화면에 표시할 수 있다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PlayerState에 HP를 저장하고 데미지 로직을 연결할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우리가 만드는 것 — Vampire Survivors-like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탑다운 시점 / 단일 플레이어 / 웨이브 생존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이번 주 추가: 스프린트 · HP 바 UI · 데미지 처리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다음 주: 적 스폰 시스템 + 피격 연출 (5주차)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이후: 경험치·레벨업·아이템 드롭 (6–8주차)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핵심 원칙: 매주 실행 가능한 빌드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3400" b="1" dirty="0">
                <a:solidFill>
                  <a:srgbClr val="000000"/>
                </a:solidFill>
                <a:latin typeface="맑은 고딕"/>
              </a:rPr>
              <a:t>오늘 시간 배분 (90분)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에디터 기초 숙달 (15분)</a:t>
            </a:r>
          </a:p>
          <a:p>
            <a:r>
              <a:rPr lang="ko-KR" sz="1800" b="0" dirty="0">
                <a:solidFill>
                  <a:srgbClr val="000000"/>
                </a:solidFill>
                <a:latin typeface="맑은 고딕"/>
              </a:rPr>
              <a:t>    • 뷰포트 조작 / 기즈모 / 플레이 모드</a:t>
            </a:r>
          </a:p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이론 A — PlayerController (15분)</a:t>
            </a:r>
          </a:p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실습 0 — Possess 체험 (10분)  [신규]</a:t>
            </a:r>
          </a:p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이론 B — PlayerState (8분)</a:t>
            </a:r>
          </a:p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이론 C — Enhanced Input 심화 (10분)</a:t>
            </a:r>
          </a:p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실습 1: 스프린트 구현 (10분)</a:t>
            </a:r>
          </a:p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실습 2: HP 바 위젯 (10분)</a:t>
            </a:r>
          </a:p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실습 3: PlayerState HP + 데미지 (7분)</a:t>
            </a:r>
          </a:p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보너스 / Q&amp;A (5분+)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에디터 기초 숙달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뷰포트 · 기즈모 · 블루프린트 에디터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뷰포트 조작 — 마우스 단축키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우클릭 드래그 → 카메라 회전 (FPS 시점)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우클릭 + W/A/S/D → 1인칭 이동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Alt + 좌클릭 드래그 → 오브젝트 주위 공전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Alt + 우클릭 드래그 → 줌인/아웃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F → 선택 오브젝트 포커스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End → 바닥에 붙이기 (Snap to Floor)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배치 후 필수! 바닥 아래로 떨어지는 버그 방지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기즈모와 스냅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W / E / R → 이동 · 회전 · 스케일 기즈모 전환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Space → 로컬/월드 좌표계 전환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그리드 스냅: 뷰포트 우상단 자석 아이콘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이동 스냅: 10 cm 단위 권장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회전 스냅: 5° 또는 15° 권장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Ctrl+Z / Ctrl+Y → 실행 취소 / 재실행 (에디터 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플레이 모드 3가지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 (뷰포트 안) — Alt+P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현재 뷰포트에서 즉시 플레이. 가장 빠름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 (새 창) — 별도 창에서 실행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해상도 테스트 / 멀티플레이 시뮬레이션에 유용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Simulate — 플레이어 없이 월드만 시뮬레이션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AI·물리 동작 확인, 플레이어 컨트롤 없음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Eject (F8) — 플레이 중 에디터 조작 활성화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블루프린트 에디터 레이아웃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Viewport — 컴포넌트 배치·시각 확인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Construction Script — Begin Play 이전 초기화 로직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Event Graph — 게임플레이 이벤트 로직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My Blueprint 패널 — 변수 · 함수 · 매크로 목록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Details 패널 — 선택 노드/컴포넌트 속성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우클릭 → 노드 검색 팝업 (Context Sensitive 체크 해제 시 전체)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프로젝트 탐색 — Content Browser &amp; Outliner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Content Browser — 모든 에셋 관리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필터 버튼으로 Blueprint / Texture / Sound 등 분류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우클릭 → Asset Actions → Rename (참조 자동 갱신)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World Outliner — 현재 레벨 오브젝트 트리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부모-자식 관계, 레이어, 검색 지원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Output Log — 런타임 로그 &amp; 에러 확인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UE_LOG / PrintString 출력 확인 필수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이론 A — PlayerController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입력을 받아 폰을 조종하는 '사람의 의지'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왜 PlayerController가 필요한가?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3주차까지: 캐릭터 내부에 입력 처리 코드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캐릭터가 죽으면 입력도 함께 사라짐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탑다운 · RTS처럼 폰을 교체하면? 입력 코드도 이사해야?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해결: 입력·카메라·UI를 PlayerController로 분리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폰이 죽어도 Controller는 살아있음 → Respawn 구현 가능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Possess() 한 번으로 다른 폰 조종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PlayerController — 핵심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APlayerController extends AController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한 플레이어당 하나, 레벨 전환에도 유지됨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Possess(APawn*) — 폰에 빙의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UnPossess() — 폰 해제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GetPawn() — 현재 빙의 중인 폰 반환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입력 처리: SetupInputComponent 또는 Enhanced Input 바인딩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UI 관리: CreateWidget + AddToViewport 권장 위치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Possess 실행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GameMode::SpawnDefaultPawnFor() → Pawn 스폰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GameMode::RestartPlayer() → Possess 호출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APlayerController::Possess(pawn)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Pawn::PossessedBy(controller) 호출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OnPossess 이벤트 발생 (BP에서 오버라이드 가능)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이후 PlayerController가 입력을 해당 Pawn으로 전달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핵심 규칙 — One Controller, One Pawn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</a:rPr>
              <a:t>• PlayerController는 한 번에 하나의 Pawn만 Possess 할 수 있다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멀티플레이: 각 플레이어마다 별도 PlayerController 인스턴스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AI: AIController가 같은 역할 수행 (PlayerController 사용 안 함)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Possess 교체 시 이전 Pawn은 자동 UnPossess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▶ 오늘 실습에서 BP_ThirdPersonCharacter를 그대로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데모: PlayerController 확인하기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레벨 블루프린트 → Event BeginPlay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Get Player Controller (Index 0) → Print String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출력: BP_ThirdPersonPlayerController_C_0 형태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Get Controlled Pawn → Print String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출력: BP_ThirdPersonCharacter_C_0 형태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플레이 후 Output Log 에서도 확인 가능</a:t>
            </a:r>
          </a:p>
          <a:p>
            <a:r>
              <a:rPr lang="ko-KR" sz="1800" b="0" dirty="0">
                <a:solidFill>
                  <a:srgbClr val="000000"/>
                </a:solidFill>
                <a:latin typeface="맑은 고딕"/>
              </a:rPr>
              <a:t/>
            </a:r>
          </a:p>
          <a:p>
            <a:r>
              <a:rPr lang="ko-KR" sz="2100" b="1" dirty="0">
                <a:solidFill>
                  <a:srgbClr val="1B6B9A"/>
                </a:solidFill>
                <a:latin typeface="맑은 고딕"/>
              </a:rPr>
              <a:t>▶ 이제 직접 체험해보자 — 실습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이론 B — PlayerState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플레이어 데이터의 중앙 저장소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PlayerState —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APlayerState — 플레이어 고유 데이터 저장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HP, 점수, 이름, 레벨, 경험치 등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PlayerController · Pawn 모두에서 접근 가능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GetPlayerState&lt;AMyPlayerState&gt;()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Pawn이 파괴되어도 PlayerState는 살아있음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멀티플레이: 서버에서 복제(Replicate)되어 모든 클라이언트에 동기화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오늘 목표: BP_PlayerState에 HP 변수 추가 → 데미지 처리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GameState vs PlayerState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03520" cy="45720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GameState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게임 전체 데이터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웨이브 번호, 남은 시간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모든 플레이어 공유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GameMode가 관리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/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AGameStateBase 상속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143000"/>
            <a:ext cx="5303520" cy="45720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5352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PlayerState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16916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개별 플레이어 데이터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HP, 점수, 킬 수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해당 플레이어 전용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PlayerController가 소유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/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APlayerState 상속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VS-라이크 프로젝트 — PlayerState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</a:rPr>
              <a:t>• BP_PlayerState 변수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MaxHP (Float) = 100.0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CurrentHP (Float) = 100.0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Score (Integer) = 0</a:t>
            </a:r>
          </a:p>
          <a:p>
            <a:r>
              <a:rPr sz="2000" b="1">
                <a:solidFill>
                  <a:srgbClr val="FFFFFF"/>
                </a:solidFill>
                <a:latin typeface="맑은 고딕"/>
              </a:rPr>
              <a:t>• 함수 (오늘 실습 3에서 구현)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TakeDamage(amount) — CurrentHP 감소 + 0 클램프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IsAlive() — CurrentHP &gt; 0 반환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향후 추가: 경험치 / 레벨 / 아이템 보유 목록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이론 C — Enhanced Input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InputMappingContext · InputAction · 런타임 교체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레거시 Input 시스템의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Project Settings → Input에 Axis/Action 하드코딩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모든 캐릭터가 같은 입력 설정을 공유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런타임 키 리맵핑 불가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입력 우선순위 제어 어려움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Modifier(감도 조정 등) 표준 방법 없음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Enhanced Input — 3가지 핵심 에셋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InputAction (IA_*) — '무엇'을 하는지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IA_Move, IA_Jump, IA_Sprint, IA_DebugDamage 등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InputMappingContext (IMC_*) — 키와 액션 매핑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IMC_Default: WASD → IA_Move, Space → IA_Jump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IMC_Vehicle: 별도 키 레이아웃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InputModifier — 값 변환 (Negate, Swizzle, DeadZone 등)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Swizzle YXZ: Y축 입력을 X로 → 전후 이동에 사용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런타임 IMC 추가/제거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BeginPlay 또는 Possess 시점에 IMC 등록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C++ 코드: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UEnhancedInputLocalPlayerSubsystem* Sub =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  ULocalPlayer::GetSubsystem&lt;...&gt;(PlayerController);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Sub-&gt;AddMappingContext(IMC_Default, Priority=0);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Priority가 높은 IMC가 같은 키를 먼저 처리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예: 탈것 탑승 시 IMC_Vehicle(Priority=1) 추가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RemoveMappingContext(IMC)로 해제 가능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IA 바인딩 패턴 (C++)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SetupPlayerInputComponent에서: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UEnhancedInputComponent* EIC = Cast&lt;UEnhancedInputComponent&gt;(InputComponent);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Started 트리거 — 키를 처음 누르는 순간 1회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EIC-&gt;BindAction(IA_Jump, ETriggerEvent::Started, this, &amp;AMyChar::Jump);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Triggered 트리거 — 키를 누르는 동안 매 프레임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EIC-&gt;BindAction(IA_Move, ETriggerEvent::Triggered, this, &amp;AMyChar::Move);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Completed 트리거 — 키를 뗄 때 1회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EIC-&gt;BindAction(IA_Sprint, ETriggerEvent::Completed, this, &amp;AMyChar::StopSprint);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실습 1 — 스프린트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IA_Sprint + MaxWalkSpeed 변경 (15분)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1: 스프린트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IA_Sprint InputAction 에셋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Content Browser → 우클릭 → Input → Input Action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이름: IA_Sprint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Value Type: Digital (bool)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저장 (Ctrl+S)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Value Type을 'Digital'로 설정하지 않으면 Triggered가 매 프레임 호출됩니다.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1: 스프린트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IMC_Default에 Shift 키 매핑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IMC_Default 열기 → Mappings + 버튼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Action: IA_Sprint 선택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키: Left Shift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저장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1: 스프린트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Week3Character.h 에 함수·변수 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UPROPERTY(EditAnywhere) float SprintSpeed = 800.f;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UPROPERTY(EditAnywhere) float WalkSpeed   = 500.f;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(기본값은 CharacterMovement의 MaxWalkSpeed와 맞추세요)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void Sprint(const FInputActionValue&amp; Value);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void StopSprint(const FInputActionValue&amp; Value);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1: 스프린트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Week3Character.cpp 구현 + 바인딩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Sprint(): GetCharacterMovement()-&gt;MaxWalkSpeed = SprintSpeed;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StopSprint(): GetCharacterMovement()-&gt;MaxWalkSpeed = WalkSpeed;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SetupPlayerInputComponent에 바인딩 추가: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EIC-&gt;BindAction(SprintAction, ETriggerEvent::Started,   this, &amp;Sprint);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EIC-&gt;BindAction(SprintAction, ETriggerEvent::Completed,  this, &amp;StopSprint);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SprintAction 변수(UPROPERTY)에 IA_Sprint 에셋 연결 (BP에서)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빌드 후 BP_ThirdPersonCharacter 디테일 패널에서 SprintAction 슬롯이 보여야 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실습 1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Shift 누르는 동안 이동 속도가 빨라진다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Shift를 떼면 원래 속도로 돌아온다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BP_ThirdPersonCharacter 디테일에서 SprintSpeed 값 변경 가능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Output Log에 에러 없음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막히면? → 강사 호출 또는 옆 자리와 비교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실습 2 — HP 바 UMG 위젯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WBP_PlayerHUD 생성 + 화면에 표시 (20분)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2: HP 바 위젯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WBP_PlayerHUD 위젯 블루프린트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Content Browser → 우클릭 → User Interface → Widget Blueprint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이름: WBP_PlayerHUD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기본 클래스: UserWidget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더블 클릭 → Widget Designer 열기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2: HP 바 위젯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UI 레이아웃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Palette → Canvas Panel 추가 (루트)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좌하단에 Vertical Box 배치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Vertical Box 안에 Text Block 추가: 'HP'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Text Block 아래에 Progress Bar 추가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Size: 200×20, Fill Color: 빨간색(R=1,G=0,B=0)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Is Variable 체크 → 변수 이름: HPBar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'Is Variable'을 체크해야 그래프에서 HPBar 변수에 접근할 수 있습니다.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2: HP 바 위젯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Percent 바인딩 + PlayerController에서 위젯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700" b="1" dirty="0">
                <a:solidFill>
                  <a:srgbClr val="1B6B9A"/>
                </a:solidFill>
                <a:latin typeface="맑은 고딕"/>
              </a:rPr>
              <a:t>    ※ 실습 0에서 만든 Week3PlayerController를 확장합니다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HPBar → Percent → Bind → Create Binding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바인딩 함수 안: Get Player State → Cast to BP_PlayerState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→ CurrentHP / MaxHP → Return (Float)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BP_ThirdPersonPlayerController → Begin Play: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Create Widget (WBP_PlayerHUD) → Add to Viewport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위젯 레퍼런스 변수(HUDWidget)에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Cast 실패 시 분기를 잊으면 게임이 크래시됩니다. IsValid로 항상 확인!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실습 2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게임 시작 시 좌하단에 빨간 프로그레스 바가 보인다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바 Percent가 1.0 (100%)으로 꽉 차 있다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위젯이 PIE 종료 후 다시 시작해도 표시된다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아직 HP가 고정값 — 실습 3에서 데미지를 연결합니다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실습 3 — PlayerState HP + 데미지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BP_PlayerState · TakeDamage · IA_DebugDamage (20분)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BP_PlayerState 생성 및 변수 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Content Browser → Blueprint Class → PlayerState 검색 → 선택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이름: BP_PlayerState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변수 추가: MaxHP (Float, 100.0), CurrentHP (Float, 100.0)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Event BeginPlay: CurrentHP = MaxHP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World Settings → Game Mode → Player State Class → BP_PlayerState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TakeDamage 함수 구현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BP_PlayerState → My Blueprint → 함수 추가: TakeDamage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입력 파라미터: DamageAmount (Float)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로직: CurrentHP = Clamp(CurrentHP - DamageAmount, 0, MaxHP)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IsAlive 함수 추가: Return (CurrentHP &gt; 0)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컴파일 &amp;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Clamp 노드를 사용해 HP가 0 미만 / MaxHP 초과가 되지 않도록 막으세요.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IA_DebugDamage 생성 및 매핑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IA_DebugDamage 생성 (Value Type: Digital)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IMC_Default → Mappings 추가: G 키 → IA_DebugDamage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저장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Character에서 DebugDamage 바인딩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Week3Character.h: UPROPERTY UInputAction* DebugDamageAction;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Week3Character.cpp: void DebugDamage(const FInputActionValue&amp; Value);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SetupPlayerInputComponent: EIC-&gt;BindAction(DebugDamageAction, Started, this, &amp;DebugDamage);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DebugDamage 구현: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APlayerState* PS = GetPlayerState();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Cast&lt;ABP_PlayerState_C&gt;(PS)-&gt;TakeDamage(10.f);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Cast 실패에 대비해 nullptr 체크를 추가하세요.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빌드 · 테스트 · HP 바 연동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에디터 빌드 (Ctrl+Alt+F11 또는 빌드 버튼)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PIE 실행 → G 키 누르기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기대 결과: HP 바 Percent가 줄어든다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HP 0 도달 후 IsAlive 체크 → 향후 Death 로직 연결 포인트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Output Log: 에러 없음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HP 바가 줄지 않으면: 바인딩 함수가 PlayerState를 올바르게 참조하는지 확인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실습 3 체크포인트 — 전체 흐름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G 키 → IA_DebugDamage → Character → PlayerState.TakeDamage(10)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HP 바가 10씩 줄어드는 것이 화면에 보인다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HP가 0이 되면 IsAlive()가 false를 반환한다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전체 데이터 흐름: Input → Controller → Pawn → PlayerState → UI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▶ 다음 주: 이 기반 위에 적 스폰 + 피격 이벤트 추가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보너스 — 탑다운 카메라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시간이 남으면 도전! (5분)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탑다운 카메라 — 빠른 설정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BP_ThirdPersonCharacter → 뷰포트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SpringArm → TargetArmLength: 1200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SpringArm → Rotation: Pitch = -70, Yaw = 0, Roll = 0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SpringArm → Use Pawn Control Rotation: false 해제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Camera → Use Pawn Control Rotation: false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플레이 → 탑다운 시점 확인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VS-라이크 느낌! 마우스 조준은 다음 주 과제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정리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오늘 배운 것을 한 줄로 말할 수 있나요?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오늘 배운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100" b="0" dirty="0">
                <a:solidFill>
                  <a:srgbClr val="000000"/>
                </a:solidFill>
                <a:latin typeface="맑은 고딕"/>
              </a:rPr>
              <a:t>• 실습 0: PlayerController::Possess()로 원하는 폰에 직접 빙의</a:t>
            </a:r>
          </a:p>
          <a:p>
            <a:r>
              <a:rPr sz="2100" b="1">
                <a:solidFill>
                  <a:srgbClr val="1B6B9A"/>
                </a:solidFill>
                <a:latin typeface="맑은 고딕"/>
              </a:rPr>
              <a:t>▶ [기반] PlayerController — Possess()로 빙의, 입력·UI·빙의 담당 (실습 0→1→2→3의 핵심)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PlayerState — 플레이어 데이터 중앙 저장소, 폰 파괴 후에도 유지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Enhanced Input — IA + IMC 분리로 유연한 키 리맵핑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UMG ProgressBar + Percent Binding으로 실시간 HP 바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전체 흐름: Input → Controller → Pawn → PlayerState → UI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다음 주 예고 (5주차 — 5/4)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맑은 고딕"/>
              </a:rPr>
              <a:t>• 적(Enemy) 블루프린트 생성 및 랜덤 스폰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피격 이벤트 → PlayerState.TakeDamage 연결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UMG 심화: 웨이브 카운터, 킬 카운터 추가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게임오버 화면 구현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숙제: 현재 HP를 화면에 숫자로도 표시해 보기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질문·이슈는 스터디 단톡방에 올려주세요!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sz="4400" b="1" dirty="0">
                <a:solidFill>
                  <a:srgbClr val="000000"/>
                </a:solidFill>
                <a:latin typeface="맑은 고딕"/>
              </a:rPr>
              <a:t>실습 0 — Possess: 두 개의 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sz="2200" b="0" dirty="0">
                <a:solidFill>
                  <a:srgbClr val="555555"/>
                </a:solidFill>
                <a:latin typeface="맑은 고딕"/>
              </a:rPr>
              <a:t>두 개의 몸, 어느 쪽에 들어갈지 우리가 결정한다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2400" b="1" dirty="0">
                <a:solidFill>
                  <a:srgbClr val="555555"/>
                </a:solidFill>
                <a:latin typeface="맑은 고딕"/>
              </a:rPr>
              <a:t>실습 0: Possess 체험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sz="1900" b="1" dirty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2200" b="1" dirty="0">
                <a:solidFill>
                  <a:srgbClr val="000000"/>
                </a:solidFill>
                <a:latin typeface="맑은 고딕"/>
              </a:rPr>
              <a:t>맵 준비 — 캐릭터 A·B 배치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Content Browser → BP_ThirdPersonCharacter 두 개 드래그 → 레벨에 배치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World Outliner에서 이름 변경: CharacterA, CharacterB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World Settings → Game Mode Override → BP_Gamemode 선택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BP_Gamemode 열기 → Default Pawn Class: None 으로 변경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저장 (Ctrl+S)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1600" b="0" dirty="0">
                <a:solidFill>
                  <a:srgbClr val="FFFFFF"/>
                </a:solidFill>
                <a:latin typeface="맑은 고딕"/>
              </a:rPr>
              <a:t>★ DefaultPawnClass=None 이어야 게임 시작 시 자동으로 폰이 스폰되지 않습니다.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2400" b="1" dirty="0">
                <a:solidFill>
                  <a:srgbClr val="555555"/>
                </a:solidFill>
                <a:latin typeface="맑은 고딕"/>
              </a:rPr>
              <a:t>실습 0: Possess 체험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sz="1900" b="1" dirty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2200" b="1" dirty="0">
                <a:solidFill>
                  <a:srgbClr val="000000"/>
                </a:solidFill>
                <a:latin typeface="맑은 고딕"/>
              </a:rPr>
              <a:t>AWeek3PossessSelector C++ 클래스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Tools → New C++ Class → Actor → 이름: Week3PossessSelector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Week3PossessSelector.h 에 변수 추가:</a:t>
            </a:r>
          </a:p>
          <a:p>
            <a:r>
              <a:rPr lang="ko-KR" sz="1700" b="0" dirty="0">
                <a:solidFill>
                  <a:srgbClr val="000000"/>
                </a:solidFill>
                <a:latin typeface="맑은 고딕"/>
              </a:rPr>
              <a:t>    • UPROPERTY(EditAnywhere, Category="Possess") APawn* CharacterToControl;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에디터 빌드 (Ctrl+Alt+F11)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레벨에 BP_Week3PossessSelector 배치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디테일 패널 → CharacterToControl → CharacterA 선택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1600" b="0" dirty="0">
                <a:solidFill>
                  <a:srgbClr val="FFFFFF"/>
                </a:solidFill>
                <a:latin typeface="맑은 고딕"/>
              </a:rPr>
              <a:t>★ EditAnywhere 이므로 레벨의 디테일 패널에서 폰을 자유롭게 교체할 수 있습니다.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2400" b="1" dirty="0">
                <a:solidFill>
                  <a:srgbClr val="555555"/>
                </a:solidFill>
                <a:latin typeface="맑은 고딕"/>
              </a:rPr>
              <a:t>실습 0: Possess 체험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sz="1900" b="1" dirty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2200" b="1" dirty="0">
                <a:solidFill>
                  <a:srgbClr val="000000"/>
                </a:solidFill>
                <a:latin typeface="맑은 고딕"/>
              </a:rPr>
              <a:t>AWeek3PlayerController 생성 + BeginPlay에서 Possess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Tools → New C++ Class → PlayerController → 이름: Week3PlayerController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BeginPlay 오버라이드: TActorIterator&lt;AWeek3PossessSelector&gt;로 Selector 탐색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Selector-&gt;CharacterToControl 가져와서 Possess(target) 호출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BP_Gamemode → Player Controller Class: BP_Week3PlayerController 설정</a:t>
            </a:r>
          </a:p>
          <a:p>
            <a:r>
              <a:rPr lang="ko-KR" sz="2000" b="0" dirty="0">
                <a:solidFill>
                  <a:srgbClr val="000000"/>
                </a:solidFill>
                <a:latin typeface="맑은 고딕"/>
              </a:rPr>
              <a:t>• 빌드 (Ctrl+Alt+F11) 후 PIE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1600" b="0" dirty="0">
                <a:solidFill>
                  <a:srgbClr val="FFFFFF"/>
                </a:solidFill>
                <a:latin typeface="맑은 고딕"/>
              </a:rPr>
              <a:t>★ TActorIterator 결과가 없으면 Selector가 레벨에 제대로 배치됐는지 확인하세요.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3000" b="1" dirty="0">
                <a:solidFill>
                  <a:srgbClr val="FFFFFF"/>
                </a:solidFill>
                <a:latin typeface="맑은 고딕"/>
              </a:rPr>
              <a:t>실습 0 체크포인트 + AHA!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000" b="0" dirty="0">
                <a:solidFill>
                  <a:srgbClr val="FFFFFF"/>
                </a:solidFill>
                <a:latin typeface="맑은 고딕"/>
              </a:rPr>
              <a:t>• ✅ PIE 시작 시 CharacterToControl 에 지정한 폰으로 빙의된다</a:t>
            </a:r>
          </a:p>
          <a:p>
            <a:r>
              <a:rPr lang="ko-KR" sz="2000" b="0" dirty="0">
                <a:solidFill>
                  <a:srgbClr val="FFFFFF"/>
                </a:solidFill>
                <a:latin typeface="맑은 고딕"/>
              </a:rPr>
              <a:t>• ✅ 디테일 패널에서 CharacterB 로 바꾸면 다음 PIE에 B로 빙의된다</a:t>
            </a:r>
          </a:p>
          <a:p>
            <a:r>
              <a:rPr lang="ko-KR" sz="2000" b="0" dirty="0">
                <a:solidFill>
                  <a:srgbClr val="FFFFFF"/>
                </a:solidFill>
                <a:latin typeface="맑은 고딕"/>
              </a:rPr>
              <a:t>• ✅ Week3Character 코드를 단 한 줄도 수정하지 않았다</a:t>
            </a:r>
          </a:p>
          <a:p>
            <a:r>
              <a:rPr lang="ko-KR" sz="1400" b="0" dirty="0">
                <a:solidFill>
                  <a:srgbClr val="FFFFFF"/>
                </a:solidFill>
                <a:latin typeface="맑은 고딕"/>
              </a:rPr>
              <a:t/>
            </a:r>
          </a:p>
          <a:p>
            <a:r>
              <a:rPr lang="ko-KR" sz="2000" b="1" dirty="0">
                <a:solidFill>
                  <a:srgbClr val="FFFFFF"/>
                </a:solidFill>
                <a:latin typeface="맑은 고딕"/>
              </a:rPr>
              <a:t>• 💡 AHA! "코드 한 줄 안 바꾸고 변수만 바꿨는데 다른 몸으로 들어갔다"</a:t>
            </a:r>
          </a:p>
          <a:p>
            <a:r>
              <a:rPr lang="ko-KR" sz="1400" b="0" dirty="0">
                <a:solidFill>
                  <a:srgbClr val="FFFFFF"/>
                </a:solidFill>
                <a:latin typeface="맑은 고딕"/>
              </a:rPr>
              <a:t/>
            </a:r>
          </a:p>
          <a:p>
            <a:r>
              <a:rPr lang="ko-KR" sz="2000" b="0" dirty="0">
                <a:solidFill>
                  <a:srgbClr val="FFFFFF"/>
                </a:solidFill>
                <a:latin typeface="맑은 고딕"/>
              </a:rPr>
              <a:t>• ▶ 이 PlayerController를 실습 1(스프린트) · 2(HP 바) · 3(데미지)의 기반으로 확장한다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